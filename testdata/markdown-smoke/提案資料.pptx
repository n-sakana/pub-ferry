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DF96BE-FF93-60FA-8215-E6937C15CD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B951591-6FED-B565-A313-C0A0314518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1EB8BAF-D14B-3CC2-1A26-FCC0BC153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A7B54-363A-43FE-931D-C8E3D5457500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4137B68-D47F-6D57-BFCC-6BBAE863A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35A9BBE-C501-895B-1AA0-FBBAB8B8E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70605-7819-4243-A721-F041B299B7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6784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083EAB-ADCD-1F32-D21C-02B8253BA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CC9C6FB-318F-04B1-6A07-3B446D9B5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8BFC183-1006-0E36-FEAE-61BFA5BEC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A7B54-363A-43FE-931D-C8E3D5457500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B7A2FC-6505-B79A-37CD-8790A57D8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C41DFF8-914B-184C-9B47-EE01244AF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70605-7819-4243-A721-F041B299B7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279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D85B6A-F00C-6954-DF44-29EB9AC64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6C75F6F-3D1F-AB80-7158-357636D57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CDF2A5F-A9F7-556F-7B80-4C71BBCFF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A7B54-363A-43FE-931D-C8E3D5457500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1E174B8-93B9-1A7A-5FE2-A8AB0370E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009190A-C787-AC05-108B-A34551284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70605-7819-4243-A721-F041B299B7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0243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B9240C-561D-738E-B6C5-B3C7FE995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8638464-3D1C-845A-06B6-CEB05BABFD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9D46604-E23D-5D59-3465-DB9CAEF946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7EF888B-9DC3-CC4C-E8C3-D838CF2F4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A7B54-363A-43FE-931D-C8E3D5457500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8B500EB-9E00-02F7-5A62-A38B7A3D7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6FCAC4D-9A69-C51B-201F-B7F8A819B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70605-7819-4243-A721-F041B299B7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5345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FFF305-9C01-FE43-73A8-C91682458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3AF5C29-5393-B32F-F032-ED66FB8DC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63CDBF8-D135-9985-3CC8-026DACF46F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ECC2C64-E36B-3689-BCBD-0373ADBBE7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B4977E0-7429-2E15-C22D-7D56CCDBC9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B62CE78-040B-D5B2-1CAA-C025BA9D3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A7B54-363A-43FE-931D-C8E3D5457500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397688A-3AC3-0BCD-519F-33E76F248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72EE9EB-4386-12F8-A94A-32AE4DCFC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70605-7819-4243-A721-F041B299B7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5566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BAD207-BB1A-AB0C-980A-3D7429303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DB72035-DA04-BA94-3230-8254B2051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A7B54-363A-43FE-931D-C8E3D5457500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A807B92-E3A2-240A-0F3F-AAF2FA2EE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487E8BC-3D9C-7775-302D-74522FF64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70605-7819-4243-A721-F041B299B7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854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AB0D223-F633-22DF-A763-620F57F15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A7B54-363A-43FE-931D-C8E3D5457500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80F9208-02A4-104D-0D58-C010EA80E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106F536-C6ED-ABBB-C4CC-93524A998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70605-7819-4243-A721-F041B299B7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8901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45DE00-BEE5-70C7-1800-1C405388D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E3B5D92-C79E-51C4-567B-BA0546886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5BB941D-2A9B-6057-3DD5-0567C4223B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27024FD-78AE-7521-187D-1A8BBC427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A7B54-363A-43FE-931D-C8E3D5457500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972BADD-A231-67D2-E8CD-0C427C21A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F1AB6F5-5433-3B3C-77B3-541F53B12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70605-7819-4243-A721-F041B299B7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9614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803BD3-ABDA-7352-D7E9-987D69A1D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27036C3-F439-D277-8038-B046EF0ECA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74CBC22-5D61-9847-032E-7589F0A2A8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9F19658-0AE7-C857-A96B-E6657252E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A7B54-363A-43FE-931D-C8E3D5457500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E609CD2-274C-A55C-48A4-8157F0E91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01BDCE9-DFA1-83E2-E184-7278C43DB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70605-7819-4243-A721-F041B299B7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4300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58D0FF-DE6E-05DD-34E6-D2660FA9E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6D99435-8E01-10B1-041F-AF3FCACB07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707705-696D-1364-8723-FFB8A0E95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A7B54-363A-43FE-931D-C8E3D5457500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5C20AF9-737A-2C0F-21A6-EC208096D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2503DCC-9ACF-1C4D-2036-690DAB639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70605-7819-4243-A721-F041B299B7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8826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D7BBCF6-2828-193D-44CE-CDE6B8A9D7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5FFE20C-C4EE-B3DB-0F21-5A9C552D1B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E49AD9B-2782-883F-6B3A-A8F0242AC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A7B54-363A-43FE-931D-C8E3D5457500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9F73D9E-41FB-36E4-247A-996106B70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C76A853-DD98-B4A0-E944-B939703CC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70605-7819-4243-A721-F041B299B7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8543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EA8F32-2593-6AA8-6B52-EE1C65D0F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EFE8C91-DFDE-860A-4430-A5AADADC2A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289F20-0BC3-F276-BCA4-2894594A2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A7B54-363A-43FE-931D-C8E3D5457500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1E171EC-72AE-9071-6884-FB33342B8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B369E9C-002E-62BB-971C-26BD1A769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70605-7819-4243-A721-F041B299B7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5488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1DD5ACA-67F5-F822-2AA5-3B441F948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7A89C59-2D4A-2A70-8114-405F84A85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FD618DA-D41A-F3A0-9D88-0199314B60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EA7B54-363A-43FE-931D-C8E3D5457500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ADD0E96-8F14-666F-BE0F-0F2ABD02EC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3D882DC-6A5C-3275-53E8-096CBEFF76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D70605-7819-4243-A721-F041B299B7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7140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C4C69B-F2C1-10EB-7AF6-8A2F11D49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架空プロジェクト提案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DF3AEAA-F41E-A783-2236-7F399E5C90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合成データによる試験用資料</a:t>
            </a:r>
          </a:p>
          <a:p>
            <a:r>
              <a:rPr kumimoji="1" lang="ja-JP" altLang="en-US"/>
              <a:t>対象</a:t>
            </a:r>
            <a:r>
              <a:rPr kumimoji="1" lang="en-US" altLang="ja-JP"/>
              <a:t>: Knowledge Studio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8107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80161B-A77A-83C0-0F62-56D2DB901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構成図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CF5BBD19-6216-140D-7969-E3A0D8A83480}"/>
              </a:ext>
            </a:extLst>
          </p:cNvPr>
          <p:cNvSpPr/>
          <p:nvPr/>
        </p:nvSpPr>
        <p:spPr>
          <a:xfrm>
            <a:off x="762000" y="2540000"/>
            <a:ext cx="2286000" cy="1143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入力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31F07E3D-02C6-AB39-F04B-7E2DC007706C}"/>
              </a:ext>
            </a:extLst>
          </p:cNvPr>
          <p:cNvSpPr/>
          <p:nvPr/>
        </p:nvSpPr>
        <p:spPr>
          <a:xfrm>
            <a:off x="5334000" y="2540000"/>
            <a:ext cx="2286000" cy="1143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出力</a:t>
            </a:r>
          </a:p>
        </p:txBody>
      </p:sp>
      <p:sp>
        <p:nvSpPr>
          <p:cNvPr id="6" name="矢印: 右 5">
            <a:extLst>
              <a:ext uri="{FF2B5EF4-FFF2-40B4-BE49-F238E27FC236}">
                <a16:creationId xmlns:a16="http://schemas.microsoft.com/office/drawing/2014/main" id="{53ADA562-1227-E880-C58B-B92BEC373E0F}"/>
              </a:ext>
            </a:extLst>
          </p:cNvPr>
          <p:cNvSpPr/>
          <p:nvPr/>
        </p:nvSpPr>
        <p:spPr>
          <a:xfrm>
            <a:off x="3238500" y="2921000"/>
            <a:ext cx="1968500" cy="38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変換</a:t>
            </a:r>
          </a:p>
        </p:txBody>
      </p:sp>
    </p:spTree>
    <p:extLst>
      <p:ext uri="{BB962C8B-B14F-4D97-AF65-F5344CB8AC3E}">
        <p14:creationId xmlns:p14="http://schemas.microsoft.com/office/powerpoint/2010/main" val="624811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D0ED9F-5A93-5652-189D-27D77C738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費用の内訳</a:t>
            </a: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0948A3A2-6C1E-872B-0233-898EA314C4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3622404"/>
              </p:ext>
            </p:extLst>
          </p:nvPr>
        </p:nvGraphicFramePr>
        <p:xfrm>
          <a:off x="762000" y="2286000"/>
          <a:ext cx="7620000" cy="20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4255708290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1950576234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315463924"/>
                    </a:ext>
                  </a:extLst>
                </a:gridCol>
              </a:tblGrid>
              <a:tr h="677333">
                <a:tc>
                  <a:txBody>
                    <a:bodyPr/>
                    <a:lstStyle/>
                    <a:p>
                      <a:r>
                        <a:rPr kumimoji="1" lang="ja-JP" altLang="en-US"/>
                        <a:t>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金額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9731387"/>
                  </a:ext>
                </a:extLst>
              </a:tr>
              <a:tr h="677333">
                <a:tc>
                  <a:txBody>
                    <a:bodyPr/>
                    <a:lstStyle/>
                    <a:p>
                      <a:r>
                        <a:rPr kumimoji="1" lang="ja-JP" altLang="en-US"/>
                        <a:t>設計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1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300,000</a:t>
                      </a:r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0666452"/>
                  </a:ext>
                </a:extLst>
              </a:tr>
              <a:tr h="677333">
                <a:tc>
                  <a:txBody>
                    <a:bodyPr/>
                    <a:lstStyle/>
                    <a:p>
                      <a:r>
                        <a:rPr kumimoji="1" lang="ja-JP" altLang="en-US"/>
                        <a:t>構築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2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500,000</a:t>
                      </a:r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9735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417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</Words>
  <Application>Microsoft Office PowerPoint</Application>
  <PresentationFormat>ワイド画面</PresentationFormat>
  <Paragraphs>17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架空プロジェクト提案</vt:lpstr>
      <vt:lpstr>構成図</vt:lpstr>
      <vt:lpstr>費用の内訳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Nao Hiiragi</dc:creator>
  <cp:lastModifiedBy>Nao Hiiragi</cp:lastModifiedBy>
  <cp:revision>1</cp:revision>
  <dcterms:created xsi:type="dcterms:W3CDTF">2026-08-01T19:51:06Z</dcterms:created>
  <dcterms:modified xsi:type="dcterms:W3CDTF">2026-08-01T19:51:06Z</dcterms:modified>
</cp:coreProperties>
</file>